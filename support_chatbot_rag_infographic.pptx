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Egypt Pioneers Initiative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0" y="274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AI &amp; Data Science – Microsoft Machine Learning Engineer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chatbot — RAG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chatbot that retrieves the closest matching answer from a support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086661" cy="1417320"/>
          </a:xfrm>
          <a:prstGeom prst="roundRect">
            <a:avLst>
              <a:gd name="adj" fmla="val 7742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75688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+ embed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386584"/>
            <a:ext cx="1757477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masked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BAAI/bge-m3 encoding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70709" y="2592324"/>
            <a:ext cx="219456" cy="164592"/>
          </a:xfrm>
          <a:prstGeom prst="rightArrow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8453" y="1965960"/>
            <a:ext cx="2086661" cy="1417320"/>
          </a:xfrm>
          <a:prstGeom prst="roundRect">
            <a:avLst>
              <a:gd name="adj" fmla="val 7742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3045" y="2075688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73045" y="2386584"/>
            <a:ext cx="1757477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IndexFlatIP, top-1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13402" y="2592324"/>
            <a:ext cx="219456" cy="164592"/>
          </a:xfrm>
          <a:prstGeom prst="rightArrow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51146" y="1965960"/>
            <a:ext cx="2086661" cy="1417320"/>
          </a:xfrm>
          <a:prstGeom prst="roundRect">
            <a:avLst>
              <a:gd name="adj" fmla="val 7742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5738" y="2075688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check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5738" y="2386584"/>
            <a:ext cx="1757477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threshold 0.45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56094" y="2592324"/>
            <a:ext cx="219456" cy="164592"/>
          </a:xfrm>
          <a:prstGeom prst="rightArrow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3838" y="1965960"/>
            <a:ext cx="2086661" cy="1417320"/>
          </a:xfrm>
          <a:prstGeom prst="roundRect">
            <a:avLst>
              <a:gd name="adj" fmla="val 7742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8430" y="2075688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response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58430" y="2386584"/>
            <a:ext cx="1757477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Bitext record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Placeholders cleaned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98787" y="2592324"/>
            <a:ext cx="219456" cy="164592"/>
          </a:xfrm>
          <a:prstGeom prst="rightArrow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36531" y="1965960"/>
            <a:ext cx="2086661" cy="1417320"/>
          </a:xfrm>
          <a:prstGeom prst="roundRect">
            <a:avLst>
              <a:gd name="adj" fmla="val 7742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01123" y="2075688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01123" y="2386584"/>
            <a:ext cx="1757477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threshold: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 enough info”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3648456" cy="1737360"/>
          </a:xfrm>
          <a:prstGeom prst="roundRect">
            <a:avLst>
              <a:gd name="adj" fmla="val 6316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950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4261104"/>
            <a:ext cx="33192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Bitext customer support dataset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26,872 records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intents (order, refund,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payment...)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70248" y="3840480"/>
            <a:ext cx="3648456" cy="1737360"/>
          </a:xfrm>
          <a:prstGeom prst="roundRect">
            <a:avLst>
              <a:gd name="adj" fmla="val 6316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3950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34840" y="4261104"/>
            <a:ext cx="33192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Jupyter notebook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sentence-transformers, FAISS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BAAI/bge-m3 embeddings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google/flan-t5-large (loaded,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wired into generation)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74736" y="3840480"/>
            <a:ext cx="3648456" cy="1737360"/>
          </a:xfrm>
          <a:prstGeom prst="roundRect">
            <a:avLst>
              <a:gd name="adj" fmla="val 6316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3950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39328" y="4261104"/>
            <a:ext cx="33192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Retrieval-only pipeline working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closest matching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response directly</a:t>
            </a:r>
            <a:endParaRPr lang="en-US" sz="10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step still pending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2026-08-08T09:38:08Z</dcterms:created>
  <dcterms:modified xsi:type="dcterms:W3CDTF">2026-08-08T09:38:08Z</dcterms:modified>
</cp:coreProperties>
</file>